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Viva Deck: Query-Time Use of chunks.parquet and chunk_meta.parquet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RAG Pipeline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does a query become a cited answer?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FAISS row -&gt; chunk_meta -&gt; chunk_id -&gt; chunks text -&gt; LLM answer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Two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chunk_meta.parquet</a:t>
            </a:r>
          </a:p>
          <a:p>
            <a:pPr lvl="0"/>
            <a:r>
              <a:rPr/>
              <a:t>Retrieval-facing metadata</a:t>
            </a:r>
          </a:p>
          <a:p>
            <a:pPr lvl="0"/>
            <a:r>
              <a:rPr/>
              <a:t>Row-aligned to FAISS index</a:t>
            </a:r>
          </a:p>
          <a:p>
            <a:pPr lvl="0"/>
            <a:r>
              <a:rPr/>
              <a:t>Gives: </a:t>
            </a:r>
            <a:r>
              <a:rPr>
                <a:latin typeface="Courier"/>
              </a:rPr>
              <a:t>chunk_id_global</a:t>
            </a:r>
            <a:r>
              <a:rPr/>
              <a:t>, </a:t>
            </a:r>
            <a:r>
              <a:rPr>
                <a:latin typeface="Courier"/>
              </a:rPr>
              <a:t>pages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chunks.parquet</a:t>
            </a:r>
          </a:p>
          <a:p>
            <a:pPr lvl="0"/>
            <a:r>
              <a:rPr/>
              <a:t>Full content store</a:t>
            </a:r>
          </a:p>
          <a:p>
            <a:pPr lvl="0"/>
            <a:r>
              <a:rPr/>
              <a:t>Gives: </a:t>
            </a:r>
            <a:r>
              <a:rPr>
                <a:latin typeface="Courier"/>
              </a:rPr>
              <a:t>chunk_text</a:t>
            </a:r>
          </a:p>
          <a:p>
            <a:pPr lvl="0"/>
            <a:r>
              <a:rPr/>
              <a:t>Also keeps richer metadata for analysis/debug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Connection key</a:t>
            </a:r>
          </a:p>
          <a:p>
            <a:pPr lvl="0"/>
            <a:r>
              <a:rPr>
                <a:latin typeface="Courier"/>
              </a:rPr>
              <a:t>chunk_id_global</a:t>
            </a:r>
            <a:r>
              <a:rPr/>
              <a:t> (fallback: </a:t>
            </a:r>
            <a:r>
              <a:rPr>
                <a:latin typeface="Courier"/>
              </a:rPr>
              <a:t>chunk_id</a:t>
            </a:r>
            <a:r>
              <a:rPr/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Query-Time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User query is embedded.</a:t>
            </a:r>
          </a:p>
          <a:p>
            <a:pPr lvl="0" indent="-342900" marL="342900">
              <a:buAutoNum type="arabicPeriod"/>
            </a:pPr>
            <a:r>
              <a:rPr/>
              <a:t>FAISS returns top row IDs.</a:t>
            </a:r>
          </a:p>
          <a:p>
            <a:pPr lvl="0" indent="-342900" marL="342900">
              <a:buAutoNum type="arabicPeriod"/>
            </a:pPr>
            <a:r>
              <a:rPr/>
              <a:t>Row IDs select entries in </a:t>
            </a:r>
            <a:r>
              <a:rPr>
                <a:latin typeface="Courier"/>
              </a:rPr>
              <a:t>chunk_meta.parquet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Meta provides chunk IDs + page grounding.</a:t>
            </a:r>
          </a:p>
          <a:p>
            <a:pPr lvl="0" indent="-342900" marL="342900">
              <a:buAutoNum type="arabicPeriod"/>
            </a:pPr>
            <a:r>
              <a:rPr/>
              <a:t>IDs retrieve full text from </a:t>
            </a:r>
            <a:r>
              <a:rPr>
                <a:latin typeface="Courier"/>
              </a:rPr>
              <a:t>chunks.parquet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LLM generates answer with citations.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Concrete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</a:t>
            </a:r>
          </a:p>
          <a:p>
            <a:pPr lvl="0"/>
            <a:r>
              <a:rPr/>
              <a:t>FAISS hit row: </a:t>
            </a:r>
            <a:r>
              <a:rPr>
                <a:latin typeface="Courier"/>
              </a:rPr>
              <a:t>44</a:t>
            </a:r>
          </a:p>
          <a:p>
            <a:pPr lvl="0"/>
            <a:r>
              <a:rPr>
                <a:latin typeface="Courier"/>
              </a:rPr>
              <a:t>chunk_meta</a:t>
            </a:r>
            <a:r>
              <a:rPr/>
              <a:t> row 44:</a:t>
            </a:r>
          </a:p>
          <a:p>
            <a:pPr lvl="1"/>
            <a:r>
              <a:rPr>
                <a:latin typeface="Courier"/>
              </a:rPr>
              <a:t>chunk_id_global = Grampian-2022-2023:p0102_001</a:t>
            </a:r>
          </a:p>
          <a:p>
            <a:pPr lvl="1"/>
            <a:r>
              <a:rPr>
                <a:latin typeface="Courier"/>
              </a:rPr>
              <a:t>pages = [102]</a:t>
            </a:r>
          </a:p>
          <a:p>
            <a:pPr lvl="0"/>
            <a:r>
              <a:rPr/>
              <a:t>Use ID to fetch chunk text from </a:t>
            </a:r>
            <a:r>
              <a:rPr>
                <a:latin typeface="Courier"/>
              </a:rPr>
              <a:t>chunks.parquet</a:t>
            </a:r>
            <a:r>
              <a:rPr/>
              <a:t>.</a:t>
            </a:r>
          </a:p>
          <a:p>
            <a:pPr lvl="0"/>
            <a:r>
              <a:rPr/>
              <a:t>LLM answer cites page </a:t>
            </a:r>
            <a:r>
              <a:rPr>
                <a:latin typeface="Courier"/>
              </a:rPr>
              <a:t>102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this matters</a:t>
            </a:r>
          </a:p>
          <a:p>
            <a:pPr lvl="0"/>
            <a:r>
              <a:rPr/>
              <a:t>Fast retrieval (</a:t>
            </a:r>
            <a:r>
              <a:rPr>
                <a:latin typeface="Courier"/>
              </a:rPr>
              <a:t>chunk_meta</a:t>
            </a:r>
            <a:r>
              <a:rPr/>
              <a:t>)</a:t>
            </a:r>
          </a:p>
          <a:p>
            <a:pPr lvl="0"/>
            <a:r>
              <a:rPr/>
              <a:t>Trustworthy grounding (</a:t>
            </a:r>
            <a:r>
              <a:rPr>
                <a:latin typeface="Courier"/>
              </a:rPr>
              <a:t>pages</a:t>
            </a:r>
            <a:r>
              <a:rPr/>
              <a:t>)</a:t>
            </a:r>
          </a:p>
          <a:p>
            <a:pPr lvl="0"/>
            <a:r>
              <a:rPr/>
              <a:t>Rich answer context (</a:t>
            </a:r>
            <a:r>
              <a:rPr>
                <a:latin typeface="Courier"/>
              </a:rPr>
              <a:t>chunks</a:t>
            </a:r>
            <a:r>
              <a:rPr/>
              <a:t> text)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Retrieval and evidence are decoupled:</a:t>
            </a:r>
          </a:p>
          <a:p>
            <a:pPr lvl="0"/>
            <a:r>
              <a:rPr>
                <a:latin typeface="Courier"/>
              </a:rPr>
              <a:t>chunk_meta.parquet</a:t>
            </a:r>
            <a:r>
              <a:rPr/>
              <a:t> finds and grounds</a:t>
            </a:r>
          </a:p>
          <a:p>
            <a:pPr lvl="0"/>
            <a:r>
              <a:rPr>
                <a:latin typeface="Courier"/>
              </a:rPr>
              <a:t>chunks.parquet</a:t>
            </a:r>
            <a:r>
              <a:rPr/>
              <a:t> provides full evidence text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Together, they enable accurate, cited answers.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 Deck: Query-Time Use of chunks.parquet and chunk_meta.parquet</dc:title>
  <dc:creator>RAG Pipeline</dc:creator>
  <cp:keywords/>
  <dcterms:created xsi:type="dcterms:W3CDTF">2026-03-05T14:27:01Z</dcterms:created>
  <dcterms:modified xsi:type="dcterms:W3CDTF">2026-03-05T14:27:01Z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