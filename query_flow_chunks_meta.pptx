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Query-Time Retrieval Uses </a:t>
            </a:r>
            <a:r>
              <a:rPr>
                <a:latin typeface="Courier"/>
              </a:rPr>
              <a:t>chunks.parquet</a:t>
            </a:r>
            <a:r>
              <a:rPr/>
              <a:t> and </a:t>
            </a:r>
            <a:r>
              <a:rPr>
                <a:latin typeface="Courier"/>
              </a:rPr>
              <a:t>chunk_meta.parquet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Purpose</a:t>
            </a:r>
          </a:p>
          <a:p>
            <a:pPr lvl="0" indent="0" marL="0">
              <a:buNone/>
            </a:pPr>
            <a:r>
              <a:rPr/>
              <a:t>Explain how a user query is transformed into a cited answer using retrieval artifacts.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Artifact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chunks.parquet</a:t>
            </a:r>
          </a:p>
          <a:p>
            <a:pPr lvl="0"/>
            <a:r>
              <a:rPr/>
              <a:t>Full chunk content (</a:t>
            </a:r>
            <a:r>
              <a:rPr>
                <a:latin typeface="Courier"/>
              </a:rPr>
              <a:t>chunk_text</a:t>
            </a:r>
            <a:r>
              <a:rPr/>
              <a:t>) + rich metadata</a:t>
            </a:r>
          </a:p>
          <a:p>
            <a:pPr lvl="0"/>
            <a:r>
              <a:rPr/>
              <a:t>Source of text sent to the LLM context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chunk_meta.parquet</a:t>
            </a:r>
          </a:p>
          <a:p>
            <a:pPr lvl="0"/>
            <a:r>
              <a:rPr/>
              <a:t>Lightweight retrieval metadata aligned to vector index rows</a:t>
            </a:r>
          </a:p>
          <a:p>
            <a:pPr lvl="0"/>
            <a:r>
              <a:rPr/>
              <a:t>Used to map FAISS hit rows to chunk IDs and page citations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Link Key</a:t>
            </a:r>
          </a:p>
          <a:p>
            <a:pPr lvl="0"/>
            <a:r>
              <a:rPr/>
              <a:t>Primary key: </a:t>
            </a:r>
            <a:r>
              <a:rPr>
                <a:latin typeface="Courier"/>
              </a:rPr>
              <a:t>chunk_id_global</a:t>
            </a:r>
          </a:p>
          <a:p>
            <a:pPr lvl="0"/>
            <a:r>
              <a:rPr/>
              <a:t>Fallback key: </a:t>
            </a:r>
            <a:r>
              <a:rPr>
                <a:latin typeface="Courier"/>
              </a:rPr>
              <a:t>chunk_id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Query-Time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User enters a query.</a:t>
            </a:r>
          </a:p>
          <a:p>
            <a:pPr lvl="0" indent="-342900" marL="342900">
              <a:buAutoNum type="arabicPeriod"/>
            </a:pPr>
            <a:r>
              <a:rPr/>
              <a:t>Query is embedded by the embedding model.</a:t>
            </a:r>
          </a:p>
          <a:p>
            <a:pPr lvl="0" indent="-342900" marL="342900">
              <a:buAutoNum type="arabicPeriod"/>
            </a:pPr>
            <a:r>
              <a:rPr/>
              <a:t>FAISS searches nearest vectors in </a:t>
            </a:r>
            <a:r>
              <a:rPr>
                <a:latin typeface="Courier"/>
              </a:rPr>
              <a:t>faiss.index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Returned FAISS row IDs select rows in </a:t>
            </a:r>
            <a:r>
              <a:rPr>
                <a:latin typeface="Courier"/>
              </a:rPr>
              <a:t>chunk_meta.parquet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From each meta row, read </a:t>
            </a:r>
            <a:r>
              <a:rPr>
                <a:latin typeface="Courier"/>
              </a:rPr>
              <a:t>chunk_id_global</a:t>
            </a:r>
            <a:r>
              <a:rPr/>
              <a:t> (or </a:t>
            </a:r>
            <a:r>
              <a:rPr>
                <a:latin typeface="Courier"/>
              </a:rPr>
              <a:t>chunk_id</a:t>
            </a:r>
            <a:r>
              <a:rPr/>
              <a:t>) and </a:t>
            </a:r>
            <a:r>
              <a:rPr>
                <a:latin typeface="Courier"/>
              </a:rPr>
              <a:t>pages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Use that ID to fetch </a:t>
            </a:r>
            <a:r>
              <a:rPr>
                <a:latin typeface="Courier"/>
              </a:rPr>
              <a:t>chunk_text</a:t>
            </a:r>
            <a:r>
              <a:rPr/>
              <a:t> from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Build top-k evidence context (text + pages + chunk IDs).</a:t>
            </a:r>
          </a:p>
          <a:p>
            <a:pPr lvl="0" indent="-342900" marL="342900">
              <a:buAutoNum type="arabicPeriod"/>
            </a:pPr>
            <a:r>
              <a:rPr/>
              <a:t>LLM generates the final answer with citations.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Short formula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FAISS row -&gt; chunk_meta row -&gt; chunk_id -&gt; chunks chunk_text -&gt; LLM answer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 Snippet: </a:t>
            </a:r>
            <a:r>
              <a:rPr>
                <a:latin typeface="Courier"/>
              </a:rPr>
              <a:t>chunk_meta.parquet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(From </a:t>
            </a:r>
            <a:r>
              <a:rPr>
                <a:latin typeface="Courier"/>
              </a:rPr>
              <a:t>data_processed/Grampian-2022-2023</a:t>
            </a:r>
            <a:r>
              <a:rPr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"/>
                <a:gridCol w="1536700"/>
                <a:gridCol w="609600"/>
                <a:gridCol w="508000"/>
                <a:gridCol w="355600"/>
                <a:gridCol w="1016000"/>
                <a:gridCol w="508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chunk_id_global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is_table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 Snippet: </a:t>
            </a:r>
            <a:r>
              <a:rPr>
                <a:latin typeface="Courier"/>
              </a:rPr>
              <a:t>chunks.parquet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(From </a:t>
            </a:r>
            <a:r>
              <a:rPr>
                <a:latin typeface="Courier"/>
              </a:rPr>
              <a:t>data_processed/Grampian-2022-2023</a:t>
            </a:r>
            <a:r>
              <a:rPr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977900"/>
                <a:gridCol w="393700"/>
                <a:gridCol w="330200"/>
                <a:gridCol w="660400"/>
                <a:gridCol w="584200"/>
                <a:gridCol w="330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chunk_id_global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page_end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section_title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subsection_title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is_table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chunk_text (truncated)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Grampian-2022-2023:p0002_000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Unknown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Page Performance Report 2 a) Overview…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A) OVERVIEW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 A OVERVIEW 1. Purpose…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Grampian-2022-2023:p0003_001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 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A) OVERVIEW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everything that people in communities…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Suppose FAISS returns row </a:t>
            </a:r>
            <a:r>
              <a:rPr b="1">
                <a:latin typeface="Courier"/>
              </a:rPr>
              <a:t>44</a:t>
            </a:r>
          </a:p>
          <a:p>
            <a:pPr lvl="0"/>
            <a:r>
              <a:rPr>
                <a:latin typeface="Courier"/>
              </a:rPr>
              <a:t>chunk_meta.parquet</a:t>
            </a:r>
            <a:r>
              <a:rPr/>
              <a:t> row </a:t>
            </a:r>
            <a:r>
              <a:rPr>
                <a:latin typeface="Courier"/>
              </a:rPr>
              <a:t>44</a:t>
            </a:r>
            <a:r>
              <a:rPr/>
              <a:t> contains:</a:t>
            </a:r>
          </a:p>
          <a:p>
            <a:pPr lvl="1"/>
            <a:r>
              <a:rPr>
                <a:latin typeface="Courier"/>
              </a:rPr>
              <a:t>chunk_id_global = Grampian-2022-2023:p0102_001</a:t>
            </a:r>
          </a:p>
          <a:p>
            <a:pPr lvl="1"/>
            <a:r>
              <a:rPr>
                <a:latin typeface="Courier"/>
              </a:rPr>
              <a:t>pages = [102]</a:t>
            </a:r>
          </a:p>
          <a:p>
            <a:pPr lvl="0"/>
            <a:r>
              <a:rPr/>
              <a:t>Retrieval uses </a:t>
            </a:r>
            <a:r>
              <a:rPr>
                <a:latin typeface="Courier"/>
              </a:rPr>
              <a:t>chunk_id_global</a:t>
            </a:r>
            <a:r>
              <a:rPr/>
              <a:t> to find matching row in </a:t>
            </a:r>
            <a:r>
              <a:rPr>
                <a:latin typeface="Courier"/>
              </a:rPr>
              <a:t>chunks.parquet</a:t>
            </a:r>
            <a:r>
              <a:rPr/>
              <a:t>.</a:t>
            </a:r>
          </a:p>
          <a:p>
            <a:pPr lvl="0"/>
            <a:r>
              <a:rPr/>
              <a:t>The matched </a:t>
            </a:r>
            <a:r>
              <a:rPr>
                <a:latin typeface="Courier"/>
              </a:rPr>
              <a:t>chunk_text</a:t>
            </a:r>
            <a:r>
              <a:rPr/>
              <a:t> is inserted into LLM context.</a:t>
            </a:r>
          </a:p>
          <a:p>
            <a:pPr lvl="0"/>
            <a:r>
              <a:rPr/>
              <a:t>Final response cites page </a:t>
            </a:r>
            <a:r>
              <a:rPr>
                <a:latin typeface="Courier"/>
              </a:rPr>
              <a:t>102</a:t>
            </a:r>
            <a:r>
              <a:rPr/>
              <a:t> and the source chunk ID.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FAISS finds rows, chunk_meta grounds them, chunks provides text, and the LLM produces the answer with citations.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2026-03-05T14:24:32Z</dcterms:created>
  <dcterms:modified xsi:type="dcterms:W3CDTF">2026-03-05T14:24:32Z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