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Query Flow: chunks.parquet + chunk_meta.parquet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RAG Pipeline Illustration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 -&gt; Answer (Visual)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path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User Query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Query Embedding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FAISS Search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Top Row IDs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chunk_meta.parquet (row lookup)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chunk_id_global + pages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chunks.parquet (text lookup by ID)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Top-k Evidence Context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LLM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-&gt; Final Answer + Citations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chunk_meta.parquet</a:t>
            </a:r>
          </a:p>
          <a:p>
            <a:pPr lvl="0"/>
            <a:r>
              <a:rPr/>
              <a:t>Fast retrieval metadata</a:t>
            </a:r>
          </a:p>
          <a:p>
            <a:pPr lvl="0"/>
            <a:r>
              <a:rPr/>
              <a:t>Aligned to FAISS row positions</a:t>
            </a:r>
          </a:p>
          <a:p>
            <a:pPr lvl="0"/>
            <a:r>
              <a:rPr/>
              <a:t>Provides: </a:t>
            </a:r>
            <a:r>
              <a:rPr>
                <a:latin typeface="Courier"/>
              </a:rPr>
              <a:t>chunk_id_global</a:t>
            </a:r>
            <a:r>
              <a:rPr/>
              <a:t>, </a:t>
            </a:r>
            <a:r>
              <a:rPr>
                <a:latin typeface="Courier"/>
              </a:rPr>
              <a:t>pages</a:t>
            </a:r>
            <a:r>
              <a:rPr/>
              <a:t>, section hints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chunks.parquet</a:t>
            </a:r>
          </a:p>
          <a:p>
            <a:pPr lvl="0"/>
            <a:r>
              <a:rPr/>
              <a:t>Full chunk records</a:t>
            </a:r>
          </a:p>
          <a:p>
            <a:pPr lvl="0"/>
            <a:r>
              <a:rPr/>
              <a:t>Provides: </a:t>
            </a:r>
            <a:r>
              <a:rPr>
                <a:latin typeface="Courier"/>
              </a:rPr>
              <a:t>chunk_text</a:t>
            </a:r>
            <a:r>
              <a:rPr/>
              <a:t> and rich attributes</a:t>
            </a:r>
          </a:p>
          <a:p>
            <a:pPr lvl="0"/>
            <a:r>
              <a:rPr/>
              <a:t>Supplies text that is injected into the LLM prompt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Connection</a:t>
            </a:r>
          </a:p>
          <a:p>
            <a:pPr lvl="0"/>
            <a:r>
              <a:rPr/>
              <a:t>Join key: </a:t>
            </a:r>
            <a:r>
              <a:rPr>
                <a:latin typeface="Courier"/>
              </a:rPr>
              <a:t>chunk_id_global</a:t>
            </a:r>
          </a:p>
          <a:p>
            <a:pPr lvl="0"/>
            <a:r>
              <a:rPr/>
              <a:t>Fallback: </a:t>
            </a:r>
            <a:r>
              <a:rPr>
                <a:latin typeface="Courier"/>
              </a:rPr>
              <a:t>chunk_id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 Flow Diagram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Mapping logic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Retrieval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FAISS result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faiss.index</a:t>
                      </a:r>
                      <a:r>
                        <a:rPr/>
                        <a:t> + query embedding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ids: </a:t>
                      </a:r>
                      <a:r>
                        <a:rPr>
                          <a:latin typeface="Courier"/>
                        </a:rPr>
                        <a:t>[12, 44, 3]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grounding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chunk_meta.parquet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 ids + pages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 fetch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chunks.parquet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chunk_text snippets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top-k snippets + pages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cited final answer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</a:t>
            </a:r>
            <a:r>
              <a:rPr>
                <a:latin typeface="Courier"/>
              </a:rPr>
              <a:t>chunk_meta.parquet</a:t>
            </a:r>
            <a:r>
              <a:rPr/>
              <a:t> Snippet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2743200"/>
                <a:gridCol w="1092200"/>
                <a:gridCol w="914400"/>
                <a:gridCol w="6350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chunk_id_global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page_start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page_end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section_title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(From </a:t>
            </a:r>
            <a:r>
              <a:rPr>
                <a:latin typeface="Courier"/>
              </a:rPr>
              <a:t>data_processed/Grampian-2022-2023</a:t>
            </a:r>
            <a:r>
              <a:rPr/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</a:t>
            </a:r>
            <a:r>
              <a:rPr>
                <a:latin typeface="Courier"/>
              </a:rPr>
              <a:t>chunks.parquet</a:t>
            </a:r>
            <a:r>
              <a:rPr/>
              <a:t> Snippet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  <a:gridCol w="2933700"/>
                <a:gridCol w="1765300"/>
                <a:gridCol w="245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chunk_id_global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subsection_title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chunk_text (truncated)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Unknown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 Performance Report 2 a) Overview…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A) OVERVIEW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 A OVERVIEW 1. Purpose…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A) OVERVIEW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everything that people in communities…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(From </a:t>
            </a:r>
            <a:r>
              <a:rPr>
                <a:latin typeface="Courier"/>
              </a:rPr>
              <a:t>data_processed/Grampian-2022-2023</a:t>
            </a:r>
            <a:r>
              <a:rPr/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15-Second Talk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FAISS returns nearest vector row IDs.</a:t>
            </a:r>
          </a:p>
          <a:p>
            <a:pPr lvl="0" indent="-342900" marL="342900">
              <a:buAutoNum type="arabicPeriod"/>
            </a:pPr>
            <a:r>
              <a:rPr/>
              <a:t>Those row IDs directly select </a:t>
            </a:r>
            <a:r>
              <a:rPr>
                <a:latin typeface="Courier"/>
              </a:rPr>
              <a:t>chunk_meta</a:t>
            </a:r>
            <a:r>
              <a:rPr/>
              <a:t> rows.</a:t>
            </a:r>
          </a:p>
          <a:p>
            <a:pPr lvl="0" indent="-342900" marL="342900">
              <a:buAutoNum type="arabicPeriod"/>
            </a:pPr>
            <a:r>
              <a:rPr/>
              <a:t>Meta rows give chunk IDs and pages.</a:t>
            </a:r>
          </a:p>
          <a:p>
            <a:pPr lvl="0" indent="-342900" marL="342900">
              <a:buAutoNum type="arabicPeriod"/>
            </a:pPr>
            <a:r>
              <a:rPr/>
              <a:t>Chunk IDs fetch full text from </a:t>
            </a:r>
            <a:r>
              <a:rPr>
                <a:latin typeface="Courier"/>
              </a:rPr>
              <a:t>chunks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LLM answers using those snippets and cites the pages.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One-Line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FAISS finds candidates, chunk_meta grounds them, chunks supplies text, and the LLM returns a cited answer.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Flow: chunks.parquet + chunk_meta.parquet</dc:title>
  <dc:creator>RAG Pipeline Illustration</dc:creator>
  <cp:keywords/>
  <dcterms:created xsi:type="dcterms:W3CDTF">2026-03-05T14:25:56Z</dcterms:created>
  <dcterms:modified xsi:type="dcterms:W3CDTF">2026-03-05T14:25:56Z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